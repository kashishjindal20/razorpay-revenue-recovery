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RAZORPAY BUILDATHON 2026 • TRACK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AI-Powered Revenue Recovery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4A3B8"/>
                </a:solidFill>
              </a:defRPr>
            </a:pPr>
            <a:r>
              <a:t>Autonomous, Intelligent &amp; Compliant Recovery for Razorpay Merchants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Presented by: Kashish Jindal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338CA"/>
                </a:solidFill>
              </a:defRPr>
            </a:pPr>
            <a:r>
              <a:t>The Problem: The Leaky Checkout Funnel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3047695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268193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338CA"/>
                </a:solidFill>
              </a:defRPr>
            </a:pPr>
            <a:r>
              <a:t>10% – 15% Lost Revenue</a:t>
            </a:r>
          </a:p>
          <a:p>
            <a:br/>
            <a:pPr>
              <a:defRPr sz="1500">
                <a:solidFill>
                  <a:srgbClr val="334155"/>
                </a:solidFill>
              </a:defRPr>
            </a:pPr>
            <a:r>
              <a:t>Merchants lose a massive share of sales to failed checkouts: UPI bank timeouts, card declines, and abandoned carts.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011680"/>
            <a:ext cx="3047695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2377440"/>
            <a:ext cx="268193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Generic &amp; 'Dumb' Recovery</a:t>
            </a:r>
          </a:p>
          <a:p>
            <a:br/>
            <a:pPr>
              <a:defRPr sz="1500">
                <a:solidFill>
                  <a:srgbClr val="334155"/>
                </a:solidFill>
              </a:defRPr>
            </a:pPr>
            <a:r>
              <a:t>Traditional recovery tools blast the exact same generic email to everyone, ignoring root cause and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011680"/>
            <a:ext cx="3047695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2377440"/>
            <a:ext cx="268193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Spam &amp; Compliance Risks</a:t>
            </a:r>
          </a:p>
          <a:p>
            <a:br/>
            <a:pPr>
              <a:defRPr sz="1500">
                <a:solidFill>
                  <a:srgbClr val="334155"/>
                </a:solidFill>
              </a:defRPr>
            </a:pPr>
            <a:r>
              <a:t>Uncontrolled automated retries irritate customers, violate communication limits, and damage merchant brand reputation.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338CA"/>
                </a:solidFill>
              </a:defRPr>
            </a:pPr>
            <a:r>
              <a:t>Our Solution: Autonomous AI Revenue Recovery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4876495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45107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338CA"/>
                </a:solidFill>
              </a:defRPr>
            </a:pPr>
            <a:r>
              <a:t>1. AI Root-Cause Diagnosis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Evaluates exact Razorpay error codes (UPI timeout vs. limit decline) and determines the best channel &amp; wait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4876495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94560"/>
            <a:ext cx="45107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338CA"/>
                </a:solidFill>
              </a:defRPr>
            </a:pPr>
            <a:r>
              <a:t>2. Real Razorpay Integration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Calls official Razorpay Orders API to dynamically generate secure checkout sessions matching the order amount.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4876495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45107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338CA"/>
                </a:solidFill>
              </a:defRPr>
            </a:pPr>
            <a:r>
              <a:t>3. Adaptive Hinglish Messaging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Generates high-converting, personalized messages tailored for Indian phone numbers to win back buyers.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114800"/>
            <a:ext cx="4876495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297680"/>
            <a:ext cx="45107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338CA"/>
                </a:solidFill>
              </a:defRPr>
            </a:pPr>
            <a:r>
              <a:t>4. Strict Compliance Guardrails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Terminates after 3 attempts and stops instantly if a customer replies 'STOP' to guarantee zero spam.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338CA"/>
                </a:solidFill>
              </a:defRPr>
            </a:pPr>
            <a:r>
              <a:t>How It Works: The 4-Step Recovery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228600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86000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Step 1</a:t>
            </a:r>
          </a:p>
          <a:p>
            <a:pPr>
              <a:defRPr sz="1800" b="1">
                <a:solidFill>
                  <a:srgbClr val="4338CA"/>
                </a:solidFill>
              </a:defRPr>
            </a:pPr>
            <a:r>
              <a:t>Payment Fails</a:t>
            </a:r>
          </a:p>
          <a:p>
            <a:br/>
            <a:pPr>
              <a:defRPr sz="1400">
                <a:solidFill>
                  <a:srgbClr val="334155"/>
                </a:solidFill>
              </a:defRPr>
            </a:pPr>
            <a:r>
              <a:t>Razorpay sends webhook event (or triggered via simulator).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011680"/>
            <a:ext cx="228600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4760" y="2286000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Step 2</a:t>
            </a:r>
          </a:p>
          <a:p>
            <a:pPr>
              <a:defRPr sz="1800" b="1">
                <a:solidFill>
                  <a:srgbClr val="4338CA"/>
                </a:solidFill>
              </a:defRPr>
            </a:pPr>
            <a:r>
              <a:t>AI Diagnoses</a:t>
            </a:r>
          </a:p>
          <a:p>
            <a:br/>
            <a:pPr>
              <a:defRPr sz="1400">
                <a:solidFill>
                  <a:srgbClr val="334155"/>
                </a:solidFill>
              </a:defRPr>
            </a:pPr>
            <a:r>
              <a:t>Agent determines root cause, channel &amp; personalized copy.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228600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286000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defRPr sz="1800" b="1">
                <a:solidFill>
                  <a:srgbClr val="4338CA"/>
                </a:solidFill>
              </a:defRPr>
            </a:pPr>
            <a:r>
              <a:t>Checkout Created</a:t>
            </a:r>
          </a:p>
          <a:p>
            <a:br/>
            <a:pPr>
              <a:defRPr sz="1400">
                <a:solidFill>
                  <a:srgbClr val="334155"/>
                </a:solidFill>
              </a:defRPr>
            </a:pPr>
            <a:r>
              <a:t>Real Razorpay Order &amp; Checkout link generated dynamically.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011680"/>
            <a:ext cx="228600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2286000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Step 4</a:t>
            </a:r>
          </a:p>
          <a:p>
            <a:pPr>
              <a:defRPr sz="1800" b="1">
                <a:solidFill>
                  <a:srgbClr val="4338CA"/>
                </a:solidFill>
              </a:defRPr>
            </a:pPr>
            <a:r>
              <a:t>Payment Saved</a:t>
            </a:r>
          </a:p>
          <a:p>
            <a:br/>
            <a:pPr>
              <a:defRPr sz="1400">
                <a:solidFill>
                  <a:srgbClr val="334155"/>
                </a:solidFill>
              </a:defRPr>
            </a:pPr>
            <a:r>
              <a:t>Customer pays -&gt; callback marks revenue recovered in real-time.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Recovering Margin. Respecting Customers.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</a:defRPr>
            </a:pPr>
            <a:r>
              <a:t>✓ Measurable batch recoveries tracked in real-time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✓ Powered by Google Gemini &amp; Official Razorpay SDK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✓ Full audit trail and compliance stopping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GitHub: https://github.com/KashishJindal20/razorpay-revenue-recovery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